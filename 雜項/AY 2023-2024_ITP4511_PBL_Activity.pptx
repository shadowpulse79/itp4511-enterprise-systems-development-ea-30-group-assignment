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3" r:id="rId8"/>
    <p:sldId id="264" r:id="rId9"/>
    <p:sldId id="265" r:id="rId10"/>
    <p:sldId id="266" r:id="rId11"/>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4200"/>
      </a:spcBef>
      <a:spcAft>
        <a:spcPts val="0"/>
      </a:spcAft>
      <a:buClrTx/>
      <a:buSzTx/>
      <a:buFontTx/>
      <a:buNone/>
      <a:tabLst/>
      <a:defRPr kumimoji="0" sz="3200" b="0"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200" algn="l" defTabSz="584200" rtl="0" fontAlgn="auto" latinLnBrk="0" hangingPunct="0">
      <a:lnSpc>
        <a:spcPct val="100000"/>
      </a:lnSpc>
      <a:spcBef>
        <a:spcPts val="4200"/>
      </a:spcBef>
      <a:spcAft>
        <a:spcPts val="0"/>
      </a:spcAft>
      <a:buClrTx/>
      <a:buSzTx/>
      <a:buFontTx/>
      <a:buNone/>
      <a:tabLst/>
      <a:defRPr kumimoji="0" sz="3200" b="0"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400" algn="l" defTabSz="584200" rtl="0" fontAlgn="auto" latinLnBrk="0" hangingPunct="0">
      <a:lnSpc>
        <a:spcPct val="100000"/>
      </a:lnSpc>
      <a:spcBef>
        <a:spcPts val="4200"/>
      </a:spcBef>
      <a:spcAft>
        <a:spcPts val="0"/>
      </a:spcAft>
      <a:buClrTx/>
      <a:buSzTx/>
      <a:buFontTx/>
      <a:buNone/>
      <a:tabLst/>
      <a:defRPr kumimoji="0" sz="3200" b="0"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600" algn="l" defTabSz="584200" rtl="0" fontAlgn="auto" latinLnBrk="0" hangingPunct="0">
      <a:lnSpc>
        <a:spcPct val="100000"/>
      </a:lnSpc>
      <a:spcBef>
        <a:spcPts val="4200"/>
      </a:spcBef>
      <a:spcAft>
        <a:spcPts val="0"/>
      </a:spcAft>
      <a:buClrTx/>
      <a:buSzTx/>
      <a:buFontTx/>
      <a:buNone/>
      <a:tabLst/>
      <a:defRPr kumimoji="0" sz="3200" b="0"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800" algn="l" defTabSz="584200" rtl="0" fontAlgn="auto" latinLnBrk="0" hangingPunct="0">
      <a:lnSpc>
        <a:spcPct val="100000"/>
      </a:lnSpc>
      <a:spcBef>
        <a:spcPts val="4200"/>
      </a:spcBef>
      <a:spcAft>
        <a:spcPts val="0"/>
      </a:spcAft>
      <a:buClrTx/>
      <a:buSzTx/>
      <a:buFontTx/>
      <a:buNone/>
      <a:tabLst/>
      <a:defRPr kumimoji="0" sz="3200" b="0"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6000" algn="l" defTabSz="584200" rtl="0" fontAlgn="auto" latinLnBrk="0" hangingPunct="0">
      <a:lnSpc>
        <a:spcPct val="100000"/>
      </a:lnSpc>
      <a:spcBef>
        <a:spcPts val="4200"/>
      </a:spcBef>
      <a:spcAft>
        <a:spcPts val="0"/>
      </a:spcAft>
      <a:buClrTx/>
      <a:buSzTx/>
      <a:buFontTx/>
      <a:buNone/>
      <a:tabLst/>
      <a:defRPr kumimoji="0" sz="3200" b="0"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200" algn="l" defTabSz="584200" rtl="0" fontAlgn="auto" latinLnBrk="0" hangingPunct="0">
      <a:lnSpc>
        <a:spcPct val="100000"/>
      </a:lnSpc>
      <a:spcBef>
        <a:spcPts val="4200"/>
      </a:spcBef>
      <a:spcAft>
        <a:spcPts val="0"/>
      </a:spcAft>
      <a:buClrTx/>
      <a:buSzTx/>
      <a:buFontTx/>
      <a:buNone/>
      <a:tabLst/>
      <a:defRPr kumimoji="0" sz="3200" b="0"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400" algn="l" defTabSz="584200" rtl="0" fontAlgn="auto" latinLnBrk="0" hangingPunct="0">
      <a:lnSpc>
        <a:spcPct val="100000"/>
      </a:lnSpc>
      <a:spcBef>
        <a:spcPts val="4200"/>
      </a:spcBef>
      <a:spcAft>
        <a:spcPts val="0"/>
      </a:spcAft>
      <a:buClrTx/>
      <a:buSzTx/>
      <a:buFontTx/>
      <a:buNone/>
      <a:tabLst/>
      <a:defRPr kumimoji="0" sz="3200" b="0"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600" algn="l" defTabSz="584200" rtl="0" fontAlgn="auto" latinLnBrk="0" hangingPunct="0">
      <a:lnSpc>
        <a:spcPct val="100000"/>
      </a:lnSpc>
      <a:spcBef>
        <a:spcPts val="4200"/>
      </a:spcBef>
      <a:spcAft>
        <a:spcPts val="0"/>
      </a:spcAft>
      <a:buClrTx/>
      <a:buSzTx/>
      <a:buFontTx/>
      <a:buNone/>
      <a:tabLst/>
      <a:defRPr kumimoji="0" sz="3200" b="0"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eynote User" initials="KU"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85" d="100"/>
          <a:sy n="85" d="100"/>
        </p:scale>
        <p:origin x="191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4-02-23T00:42:54.693" idx="1">
    <p:pos x="5809" y="335"/>
    <p:text>First, you can introduce a library system, discuss the involved parties, operations and etc to offer some idea to the students</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0" dt="2024-02-23T00:42:54.693" idx="2">
    <p:pos x="5809" y="335"/>
    <p:text>Consider to Offer and Google Doc / Sheet / Slide to student for them to give their input</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xfrm>
            <a:off x="1143000" y="685800"/>
            <a:ext cx="4572000" cy="3429000"/>
          </a:xfrm>
          <a:prstGeom prst="rect">
            <a:avLst/>
          </a:prstGeom>
        </p:spPr>
        <p:txBody>
          <a:bodyPr/>
          <a:lstStyle/>
          <a:p>
            <a:endParaRPr/>
          </a:p>
        </p:txBody>
      </p:sp>
      <p:sp>
        <p:nvSpPr>
          <p:cNvPr id="135" name="Shape 13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32390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270000" y="1638300"/>
            <a:ext cx="10464800" cy="3302000"/>
          </a:xfrm>
          <a:prstGeom prst="rect">
            <a:avLst/>
          </a:prstGeom>
        </p:spPr>
        <p:txBody>
          <a:bodyPr anchor="b"/>
          <a:lstStyle/>
          <a:p>
            <a:r>
              <a:t>Title Text</a:t>
            </a:r>
          </a:p>
        </p:txBody>
      </p:sp>
      <p:sp>
        <p:nvSpPr>
          <p:cNvPr id="12" name="Body Level One…"/>
          <p:cNvSpPr txBox="1">
            <a:spLocks noGrp="1"/>
          </p:cNvSpPr>
          <p:nvPr>
            <p:ph type="body" sz="quarter" idx="1"/>
          </p:nvPr>
        </p:nvSpPr>
        <p:spPr>
          <a:xfrm>
            <a:off x="1270000" y="5041900"/>
            <a:ext cx="10464800" cy="11303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View of beach and sea from a grassy sand dune"/>
          <p:cNvSpPr>
            <a:spLocks noGrp="1"/>
          </p:cNvSpPr>
          <p:nvPr>
            <p:ph type="pic" idx="21"/>
          </p:nvPr>
        </p:nvSpPr>
        <p:spPr>
          <a:xfrm>
            <a:off x="1625600" y="374650"/>
            <a:ext cx="9753600" cy="6502400"/>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1270000" y="6718300"/>
            <a:ext cx="10464800" cy="1422400"/>
          </a:xfrm>
          <a:prstGeom prst="rect">
            <a:avLst/>
          </a:prstGeom>
        </p:spPr>
        <p:txBody>
          <a:bodyPr anchor="b"/>
          <a:lstStyle/>
          <a:p>
            <a:r>
              <a:t>Title Text</a:t>
            </a:r>
          </a:p>
        </p:txBody>
      </p:sp>
      <p:sp>
        <p:nvSpPr>
          <p:cNvPr id="22" name="Body Level One…"/>
          <p:cNvSpPr txBox="1">
            <a:spLocks noGrp="1"/>
          </p:cNvSpPr>
          <p:nvPr>
            <p:ph type="body" sz="quarter" idx="1"/>
          </p:nvPr>
        </p:nvSpPr>
        <p:spPr>
          <a:xfrm>
            <a:off x="1270000" y="8153400"/>
            <a:ext cx="10464800" cy="11303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270000" y="3225800"/>
            <a:ext cx="10464800" cy="3302000"/>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Heron flying low over a beach with a short fence in the foreground"/>
          <p:cNvSpPr>
            <a:spLocks noGrp="1"/>
          </p:cNvSpPr>
          <p:nvPr>
            <p:ph type="pic" idx="21"/>
          </p:nvPr>
        </p:nvSpPr>
        <p:spPr>
          <a:xfrm>
            <a:off x="6375400" y="635000"/>
            <a:ext cx="8216900" cy="8216900"/>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952500" y="635000"/>
            <a:ext cx="5334000" cy="3987800"/>
          </a:xfrm>
          <a:prstGeom prst="rect">
            <a:avLst/>
          </a:prstGeom>
        </p:spPr>
        <p:txBody>
          <a:bodyPr anchor="b"/>
          <a:lstStyle>
            <a:lvl1pPr>
              <a:defRPr sz="6000"/>
            </a:lvl1pPr>
          </a:lstStyle>
          <a:p>
            <a:r>
              <a:t>Title Text</a:t>
            </a:r>
          </a:p>
        </p:txBody>
      </p:sp>
      <p:sp>
        <p:nvSpPr>
          <p:cNvPr id="40" name="Body Level One…"/>
          <p:cNvSpPr txBox="1">
            <a:spLocks noGrp="1"/>
          </p:cNvSpPr>
          <p:nvPr>
            <p:ph type="body" sz="quarter" idx="1"/>
          </p:nvPr>
        </p:nvSpPr>
        <p:spPr>
          <a:xfrm>
            <a:off x="952500" y="4724400"/>
            <a:ext cx="5334000" cy="41148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andy path between two hills leading to the ocean"/>
          <p:cNvSpPr>
            <a:spLocks noGrp="1"/>
          </p:cNvSpPr>
          <p:nvPr>
            <p:ph type="pic" idx="21"/>
          </p:nvPr>
        </p:nvSpPr>
        <p:spPr>
          <a:xfrm>
            <a:off x="3810000" y="2590800"/>
            <a:ext cx="9429750" cy="62865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952500" y="2590800"/>
            <a:ext cx="5334000" cy="6286500"/>
          </a:xfrm>
          <a:prstGeom prst="rect">
            <a:avLst/>
          </a:prstGeom>
        </p:spPr>
        <p:txBody>
          <a:bodyPr/>
          <a:lstStyle>
            <a:lvl1pPr marL="342900" indent="-342900">
              <a:spcBef>
                <a:spcPts val="3200"/>
              </a:spcBef>
              <a:defRPr sz="2800"/>
            </a:lvl1pPr>
            <a:lvl2pPr marL="685800"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xfrm>
            <a:off x="6328884" y="9296400"/>
            <a:ext cx="340259" cy="342900"/>
          </a:xfrm>
          <a:prstGeom prst="rect">
            <a:avLst/>
          </a:prstGeom>
        </p:spPr>
        <p:txBody>
          <a:bodyPr/>
          <a:lstStyle>
            <a:lvl1pPr>
              <a:defRPr>
                <a:latin typeface="Helvetica Light"/>
                <a:ea typeface="Helvetica Light"/>
                <a:cs typeface="Helvetica Light"/>
                <a:sym typeface="Helvetica Light"/>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5" name="Title Text"/>
          <p:cNvSpPr txBox="1">
            <a:spLocks noGrp="1"/>
          </p:cNvSpPr>
          <p:nvPr>
            <p:ph type="title"/>
          </p:nvPr>
        </p:nvSpPr>
        <p:spPr>
          <a:prstGeom prst="rect">
            <a:avLst/>
          </a:prstGeom>
        </p:spPr>
        <p:txBody>
          <a:bodyPr/>
          <a:lstStyle/>
          <a:p>
            <a:r>
              <a:t>Title Text</a:t>
            </a:r>
          </a:p>
        </p:txBody>
      </p:sp>
      <p:sp>
        <p:nvSpPr>
          <p:cNvPr id="76" name="Body Level One…"/>
          <p:cNvSpPr txBox="1">
            <a:spLocks noGrp="1"/>
          </p:cNvSpPr>
          <p:nvPr>
            <p:ph type="body" sz="half" idx="1"/>
          </p:nvPr>
        </p:nvSpPr>
        <p:spPr>
          <a:xfrm>
            <a:off x="952500" y="2590800"/>
            <a:ext cx="5334000" cy="6286500"/>
          </a:xfrm>
          <a:prstGeom prst="rect">
            <a:avLst/>
          </a:prstGeom>
        </p:spPr>
        <p:txBody>
          <a:bodyPr/>
          <a:lstStyle>
            <a:lvl1pPr marL="342900" indent="-342900">
              <a:spcBef>
                <a:spcPts val="3200"/>
              </a:spcBef>
              <a:defRPr sz="2800"/>
            </a:lvl1pPr>
            <a:lvl2pPr marL="685800"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r>
              <a:t>Body Level One</a:t>
            </a:r>
          </a:p>
          <a:p>
            <a:pPr lvl="1"/>
            <a:r>
              <a:t>Body Level Two</a:t>
            </a:r>
          </a:p>
          <a:p>
            <a:pPr lvl="2"/>
            <a:r>
              <a:t>Body Level Three</a:t>
            </a:r>
          </a:p>
          <a:p>
            <a:pPr lvl="3"/>
            <a:r>
              <a:t>Body Level Four</a:t>
            </a:r>
          </a:p>
          <a:p>
            <a:pPr lvl="4"/>
            <a:r>
              <a:t>Body Level Five</a:t>
            </a:r>
          </a:p>
        </p:txBody>
      </p:sp>
      <p:sp>
        <p:nvSpPr>
          <p:cNvPr id="77" name="Slide Number"/>
          <p:cNvSpPr txBox="1">
            <a:spLocks noGrp="1"/>
          </p:cNvSpPr>
          <p:nvPr>
            <p:ph type="sldNum" sz="quarter" idx="2"/>
          </p:nvPr>
        </p:nvSpPr>
        <p:spPr>
          <a:xfrm>
            <a:off x="6328884" y="9296400"/>
            <a:ext cx="340259" cy="342900"/>
          </a:xfrm>
          <a:prstGeom prst="rect">
            <a:avLst/>
          </a:prstGeom>
        </p:spPr>
        <p:txBody>
          <a:bodyPr/>
          <a:lstStyle>
            <a:lvl1pPr>
              <a:defRPr>
                <a:latin typeface="Helvetica Light"/>
                <a:ea typeface="Helvetica Light"/>
                <a:cs typeface="Helvetica Light"/>
                <a:sym typeface="Helvetica Light"/>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4" name="Title Text"/>
          <p:cNvSpPr txBox="1">
            <a:spLocks noGrp="1"/>
          </p:cNvSpPr>
          <p:nvPr>
            <p:ph type="title"/>
          </p:nvPr>
        </p:nvSpPr>
        <p:spPr>
          <a:prstGeom prst="rect">
            <a:avLst/>
          </a:prstGeom>
        </p:spPr>
        <p:txBody>
          <a:bodyPr/>
          <a:lstStyle/>
          <a:p>
            <a:r>
              <a:t>Title Text</a:t>
            </a:r>
          </a:p>
        </p:txBody>
      </p:sp>
      <p:sp>
        <p:nvSpPr>
          <p:cNvPr id="85" name="Body Level One…"/>
          <p:cNvSpPr txBox="1">
            <a:spLocks noGrp="1"/>
          </p:cNvSpPr>
          <p:nvPr>
            <p:ph type="body" sz="half" idx="1"/>
          </p:nvPr>
        </p:nvSpPr>
        <p:spPr>
          <a:xfrm>
            <a:off x="952500" y="2590800"/>
            <a:ext cx="5334000" cy="6286500"/>
          </a:xfrm>
          <a:prstGeom prst="rect">
            <a:avLst/>
          </a:prstGeom>
        </p:spPr>
        <p:txBody>
          <a:bodyPr/>
          <a:lstStyle>
            <a:lvl1pPr marL="342900" indent="-342900">
              <a:spcBef>
                <a:spcPts val="3200"/>
              </a:spcBef>
              <a:defRPr sz="2800"/>
            </a:lvl1pPr>
            <a:lvl2pPr marL="685800"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xfrm>
            <a:off x="6328884" y="9296400"/>
            <a:ext cx="340259" cy="342900"/>
          </a:xfrm>
          <a:prstGeom prst="rect">
            <a:avLst/>
          </a:prstGeom>
        </p:spPr>
        <p:txBody>
          <a:bodyPr/>
          <a:lstStyle>
            <a:lvl1pPr>
              <a:defRPr>
                <a:latin typeface="Helvetica Light"/>
                <a:ea typeface="Helvetica Light"/>
                <a:cs typeface="Helvetica Light"/>
                <a:sym typeface="Helvetica Light"/>
              </a:defRPr>
            </a:lvl1p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93" name="Body Level One…"/>
          <p:cNvSpPr txBox="1">
            <a:spLocks noGrp="1"/>
          </p:cNvSpPr>
          <p:nvPr>
            <p:ph type="body" idx="1"/>
          </p:nvPr>
        </p:nvSpPr>
        <p:spPr>
          <a:xfrm>
            <a:off x="952500" y="1270000"/>
            <a:ext cx="11099800" cy="72136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01" name="Sandy path between two hills leading to the ocean"/>
          <p:cNvSpPr>
            <a:spLocks noGrp="1"/>
          </p:cNvSpPr>
          <p:nvPr>
            <p:ph type="pic" sz="quarter" idx="21"/>
          </p:nvPr>
        </p:nvSpPr>
        <p:spPr>
          <a:xfrm>
            <a:off x="6556375" y="5092700"/>
            <a:ext cx="5657850" cy="3771900"/>
          </a:xfrm>
          <a:prstGeom prst="rect">
            <a:avLst/>
          </a:prstGeom>
        </p:spPr>
        <p:txBody>
          <a:bodyPr lIns="91439" tIns="45719" rIns="91439" bIns="45719" anchor="t">
            <a:noAutofit/>
          </a:bodyPr>
          <a:lstStyle/>
          <a:p>
            <a:endParaRPr/>
          </a:p>
        </p:txBody>
      </p:sp>
      <p:sp>
        <p:nvSpPr>
          <p:cNvPr id="102" name="Heron flying low over a beach with a short fence in the foreground"/>
          <p:cNvSpPr>
            <a:spLocks noGrp="1"/>
          </p:cNvSpPr>
          <p:nvPr>
            <p:ph type="pic" sz="half" idx="22"/>
          </p:nvPr>
        </p:nvSpPr>
        <p:spPr>
          <a:xfrm>
            <a:off x="6718300" y="749300"/>
            <a:ext cx="5334000" cy="5334000"/>
          </a:xfrm>
          <a:prstGeom prst="rect">
            <a:avLst/>
          </a:prstGeom>
        </p:spPr>
        <p:txBody>
          <a:bodyPr lIns="91439" tIns="45719" rIns="91439" bIns="45719" anchor="t">
            <a:noAutofit/>
          </a:bodyPr>
          <a:lstStyle/>
          <a:p>
            <a:endParaRPr/>
          </a:p>
        </p:txBody>
      </p:sp>
      <p:sp>
        <p:nvSpPr>
          <p:cNvPr id="103" name="View of beach and sea from a grassy sand dune"/>
          <p:cNvSpPr>
            <a:spLocks noGrp="1"/>
          </p:cNvSpPr>
          <p:nvPr>
            <p:ph type="pic" idx="23"/>
          </p:nvPr>
        </p:nvSpPr>
        <p:spPr>
          <a:xfrm>
            <a:off x="-2832100" y="889000"/>
            <a:ext cx="11963400" cy="7975600"/>
          </a:xfrm>
          <a:prstGeom prst="rect">
            <a:avLst/>
          </a:prstGeom>
        </p:spPr>
        <p:txBody>
          <a:bodyPr lIns="91439" tIns="45719" rIns="91439" bIns="45719" anchor="t">
            <a:noAutofit/>
          </a:bodyPr>
          <a:lstStyle/>
          <a:p>
            <a:endParaRPr/>
          </a:p>
        </p:txBody>
      </p:sp>
      <p:sp>
        <p:nvSpPr>
          <p:cNvPr id="1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11" name="–Johnny Appleseed"/>
          <p:cNvSpPr txBox="1">
            <a:spLocks noGrp="1"/>
          </p:cNvSpPr>
          <p:nvPr>
            <p:ph type="body" sz="quarter" idx="21"/>
          </p:nvPr>
        </p:nvSpPr>
        <p:spPr>
          <a:xfrm>
            <a:off x="1270000" y="6362700"/>
            <a:ext cx="10464800" cy="461366"/>
          </a:xfrm>
          <a:prstGeom prst="rect">
            <a:avLst/>
          </a:prstGeom>
        </p:spPr>
        <p:txBody>
          <a:bodyPr anchor="t">
            <a:spAutoFit/>
          </a:bodyPr>
          <a:lstStyle>
            <a:lvl1pPr marL="0" indent="0" algn="ctr">
              <a:spcBef>
                <a:spcPts val="0"/>
              </a:spcBef>
              <a:buSzTx/>
              <a:buNone/>
              <a:defRPr sz="2400" i="1"/>
            </a:lvl1pPr>
          </a:lstStyle>
          <a:p>
            <a:r>
              <a:t>–Johnny Appleseed</a:t>
            </a:r>
          </a:p>
        </p:txBody>
      </p:sp>
      <p:sp>
        <p:nvSpPr>
          <p:cNvPr id="112" name="“Type a quote here.”"/>
          <p:cNvSpPr txBox="1">
            <a:spLocks noGrp="1"/>
          </p:cNvSpPr>
          <p:nvPr>
            <p:ph type="body" sz="quarter" idx="22"/>
          </p:nvPr>
        </p:nvSpPr>
        <p:spPr>
          <a:xfrm>
            <a:off x="1270000" y="4267112"/>
            <a:ext cx="10464800" cy="609776"/>
          </a:xfrm>
          <a:prstGeom prst="rect">
            <a:avLst/>
          </a:prstGeom>
        </p:spPr>
        <p:txBody>
          <a:bodyPr>
            <a:spAutoFit/>
          </a:bodyPr>
          <a:lstStyle>
            <a:lvl1pPr marL="0" indent="0" algn="ctr">
              <a:spcBef>
                <a:spcPts val="0"/>
              </a:spcBef>
              <a:buSzTx/>
              <a:buNone/>
              <a:defRPr sz="3400">
                <a:latin typeface="+mn-lt"/>
                <a:ea typeface="+mn-ea"/>
                <a:cs typeface="+mn-cs"/>
                <a:sym typeface="Helvetica Neue Medium"/>
              </a:defRPr>
            </a:lvl1pPr>
          </a:lstStyle>
          <a:p>
            <a:r>
              <a:t>“Type a quote here.” </a:t>
            </a:r>
          </a:p>
        </p:txBody>
      </p:sp>
      <p:sp>
        <p:nvSpPr>
          <p:cNvPr id="1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20" name="View of beach and sea from a grassy sand dune"/>
          <p:cNvSpPr>
            <a:spLocks noGrp="1"/>
          </p:cNvSpPr>
          <p:nvPr>
            <p:ph type="pic" idx="21"/>
          </p:nvPr>
        </p:nvSpPr>
        <p:spPr>
          <a:xfrm>
            <a:off x="-1308100" y="-50800"/>
            <a:ext cx="14782800" cy="9855200"/>
          </a:xfrm>
          <a:prstGeom prst="rect">
            <a:avLst/>
          </a:prstGeom>
        </p:spPr>
        <p:txBody>
          <a:bodyPr lIns="91439" tIns="45719" rIns="91439" bIns="45719" anchor="t">
            <a:noAutofit/>
          </a:bodyPr>
          <a:lstStyle/>
          <a:p>
            <a:endParaRPr/>
          </a:p>
        </p:txBody>
      </p:sp>
      <p:sp>
        <p:nvSpPr>
          <p:cNvPr id="1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952500" y="254000"/>
            <a:ext cx="11099800" cy="215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952500" y="2590800"/>
            <a:ext cx="11099800" cy="6286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328884" y="9296400"/>
            <a:ext cx="340259" cy="324306"/>
          </a:xfrm>
          <a:prstGeom prst="rect">
            <a:avLst/>
          </a:prstGeom>
          <a:ln w="12700">
            <a:miter lim="400000"/>
          </a:ln>
        </p:spPr>
        <p:txBody>
          <a:bodyPr wrap="none" lIns="50800" tIns="50800" rIns="50800" bIns="50800">
            <a:spAutoFit/>
          </a:bodyPr>
          <a:lstStyle>
            <a:lvl1pPr algn="ctr">
              <a:spcBef>
                <a:spcPts val="0"/>
              </a:spcBef>
              <a:defRPr sz="160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txStyles>
    <p:title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4572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9144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13716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18288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22860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27432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32004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365760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p:titleStyle>
    <p:bodyStyle>
      <a:lvl1pPr marL="444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1pPr>
      <a:lvl2pPr marL="889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2pPr>
      <a:lvl3pPr marL="1333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3pPr>
      <a:lvl4pPr marL="1778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4pPr>
      <a:lvl5pPr marL="2222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5pPr>
      <a:lvl6pPr marL="2667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6pPr>
      <a:lvl7pPr marL="3111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7pPr>
      <a:lvl8pPr marL="3556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8pPr>
      <a:lvl9pPr marL="4000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1pPr>
      <a:lvl2pPr marL="0" marR="0" indent="457200" algn="ctr" defTabSz="584200"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2pPr>
      <a:lvl3pPr marL="0" marR="0" indent="914400" algn="ctr" defTabSz="584200"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3pPr>
      <a:lvl4pPr marL="0" marR="0" indent="1371600" algn="ctr" defTabSz="584200"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4pPr>
      <a:lvl5pPr marL="0" marR="0" indent="1828800" algn="ctr" defTabSz="584200"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5pPr>
      <a:lvl6pPr marL="0" marR="0" indent="2286000" algn="ctr" defTabSz="584200"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6pPr>
      <a:lvl7pPr marL="0" marR="0" indent="2743200" algn="ctr" defTabSz="584200"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7pPr>
      <a:lvl8pPr marL="0" marR="0" indent="3200400" algn="ctr" defTabSz="584200"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8pPr>
      <a:lvl9pPr marL="0" marR="0" indent="3657600" algn="ctr" defTabSz="584200"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EA Project"/>
          <p:cNvSpPr txBox="1">
            <a:spLocks noGrp="1"/>
          </p:cNvSpPr>
          <p:nvPr>
            <p:ph type="ctrTitle"/>
          </p:nvPr>
        </p:nvSpPr>
        <p:spPr>
          <a:prstGeom prst="rect">
            <a:avLst/>
          </a:prstGeom>
        </p:spPr>
        <p:txBody>
          <a:bodyPr/>
          <a:lstStyle/>
          <a:p>
            <a:r>
              <a:t>EA Project</a:t>
            </a:r>
          </a:p>
        </p:txBody>
      </p:sp>
      <p:sp>
        <p:nvSpPr>
          <p:cNvPr id="138" name="ITP4511…"/>
          <p:cNvSpPr txBox="1">
            <a:spLocks noGrp="1"/>
          </p:cNvSpPr>
          <p:nvPr>
            <p:ph type="subTitle" sz="quarter" idx="1"/>
          </p:nvPr>
        </p:nvSpPr>
        <p:spPr>
          <a:prstGeom prst="rect">
            <a:avLst/>
          </a:prstGeom>
        </p:spPr>
        <p:txBody>
          <a:bodyPr/>
          <a:lstStyle/>
          <a:p>
            <a:pPr defTabSz="537463">
              <a:defRPr sz="3404"/>
            </a:pPr>
            <a:r>
              <a:t>ITP4511</a:t>
            </a:r>
          </a:p>
          <a:p>
            <a:pPr defTabSz="537463">
              <a:defRPr sz="3404"/>
            </a:pPr>
            <a:r>
              <a:t>Developing a prototype of an Enterprise System</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Background"/>
          <p:cNvSpPr txBox="1">
            <a:spLocks noGrp="1"/>
          </p:cNvSpPr>
          <p:nvPr>
            <p:ph type="title"/>
          </p:nvPr>
        </p:nvSpPr>
        <p:spPr>
          <a:prstGeom prst="rect">
            <a:avLst/>
          </a:prstGeom>
        </p:spPr>
        <p:txBody>
          <a:bodyPr/>
          <a:lstStyle/>
          <a:p>
            <a:r>
              <a:t>Background</a:t>
            </a:r>
          </a:p>
        </p:txBody>
      </p:sp>
      <p:sp>
        <p:nvSpPr>
          <p:cNvPr id="141" name="Establishment of HKITI (Hong Kong Information Technology Institute)…"/>
          <p:cNvSpPr txBox="1">
            <a:spLocks noGrp="1"/>
          </p:cNvSpPr>
          <p:nvPr>
            <p:ph type="body" idx="1"/>
          </p:nvPr>
        </p:nvSpPr>
        <p:spPr>
          <a:prstGeom prst="rect">
            <a:avLst/>
          </a:prstGeom>
        </p:spPr>
        <p:txBody>
          <a:bodyPr/>
          <a:lstStyle/>
          <a:p>
            <a:r>
              <a:t>Establishment of HKITI (Hong Kong Information Technology Institute)</a:t>
            </a:r>
          </a:p>
          <a:p>
            <a:r>
              <a:t>Rebranding and upgrade of the IT department from IPE (Hong Kong Institute of Professional Education)</a:t>
            </a:r>
          </a:p>
          <a:p>
            <a:r>
              <a:t>Before the establishment of HKITI, each IT department of IPE (5 operating campuses) manage their own resource. </a:t>
            </a:r>
          </a:p>
          <a:p>
            <a:r>
              <a:t>Therefore, there are needs to consolidate the resource to enhance effectiveness for the use of resource (e.g., hardware equipment)</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Driving Question"/>
          <p:cNvSpPr txBox="1">
            <a:spLocks noGrp="1"/>
          </p:cNvSpPr>
          <p:nvPr>
            <p:ph type="title"/>
          </p:nvPr>
        </p:nvSpPr>
        <p:spPr>
          <a:prstGeom prst="rect">
            <a:avLst/>
          </a:prstGeom>
        </p:spPr>
        <p:txBody>
          <a:bodyPr/>
          <a:lstStyle/>
          <a:p>
            <a:r>
              <a:t>Driving Question</a:t>
            </a:r>
          </a:p>
        </p:txBody>
      </p:sp>
      <p:sp>
        <p:nvSpPr>
          <p:cNvPr id="144" name="How can we design and implement a centralised equipment management system for the HKITI that effectively consolidates and optimises the utilisation of IT resources across all five Hong Kong Institute of Professional Education (IPE) campuses, while ensuri"/>
          <p:cNvSpPr txBox="1">
            <a:spLocks noGrp="1"/>
          </p:cNvSpPr>
          <p:nvPr>
            <p:ph type="body" idx="1"/>
          </p:nvPr>
        </p:nvSpPr>
        <p:spPr>
          <a:prstGeom prst="rect">
            <a:avLst/>
          </a:prstGeom>
        </p:spPr>
        <p:txBody>
          <a:bodyPr/>
          <a:lstStyle/>
          <a:p>
            <a:r>
              <a:t>How can we design and implement a centralised equipment management system for the HKITI that effectively consolidates and optimises the utilisation of IT resources across all five Hong Kong Institute of Professional Education (IPE) campuses, while ensuring ease of access and accountability?</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Example"/>
          <p:cNvSpPr txBox="1">
            <a:spLocks noGrp="1"/>
          </p:cNvSpPr>
          <p:nvPr>
            <p:ph type="title"/>
          </p:nvPr>
        </p:nvSpPr>
        <p:spPr>
          <a:prstGeom prst="rect">
            <a:avLst/>
          </a:prstGeom>
        </p:spPr>
        <p:txBody>
          <a:bodyPr/>
          <a:lstStyle/>
          <a:p>
            <a:r>
              <a:t>Example</a:t>
            </a:r>
          </a:p>
        </p:txBody>
      </p:sp>
      <p:sp>
        <p:nvSpPr>
          <p:cNvPr id="147" name="A library system:"/>
          <p:cNvSpPr txBox="1">
            <a:spLocks noGrp="1"/>
          </p:cNvSpPr>
          <p:nvPr>
            <p:ph type="body" idx="1"/>
          </p:nvPr>
        </p:nvSpPr>
        <p:spPr>
          <a:prstGeom prst="rect">
            <a:avLst/>
          </a:prstGeom>
        </p:spPr>
        <p:txBody>
          <a:bodyPr anchor="t"/>
          <a:lstStyle>
            <a:lvl1pPr marL="444499" indent="-444499">
              <a:defRPr sz="3700"/>
            </a:lvl1pPr>
          </a:lstStyle>
          <a:p>
            <a:r>
              <a:t>A library system: </a:t>
            </a:r>
          </a:p>
        </p:txBody>
      </p:sp>
      <p:pic>
        <p:nvPicPr>
          <p:cNvPr id="148" name="RFID-Library-System-Workflow.jpeg" descr="RFID-Library-System-Workflow.jpeg"/>
          <p:cNvPicPr>
            <a:picLocks noChangeAspect="1"/>
          </p:cNvPicPr>
          <p:nvPr/>
        </p:nvPicPr>
        <p:blipFill>
          <a:blip r:embed="rId2"/>
          <a:stretch>
            <a:fillRect/>
          </a:stretch>
        </p:blipFill>
        <p:spPr>
          <a:xfrm>
            <a:off x="2198675" y="3312731"/>
            <a:ext cx="8607450" cy="6069356"/>
          </a:xfrm>
          <a:prstGeom prst="rect">
            <a:avLst/>
          </a:prstGeom>
          <a:ln w="12700">
            <a:miter lim="400000"/>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Discussion"/>
          <p:cNvSpPr txBox="1">
            <a:spLocks noGrp="1"/>
          </p:cNvSpPr>
          <p:nvPr>
            <p:ph type="title"/>
          </p:nvPr>
        </p:nvSpPr>
        <p:spPr>
          <a:prstGeom prst="rect">
            <a:avLst/>
          </a:prstGeom>
        </p:spPr>
        <p:txBody>
          <a:bodyPr/>
          <a:lstStyle/>
          <a:p>
            <a:r>
              <a:t>Discussion</a:t>
            </a:r>
          </a:p>
        </p:txBody>
      </p:sp>
      <p:sp>
        <p:nvSpPr>
          <p:cNvPr id="151" name="What are the pros and cons centralised ystem vs Individual System for managing resource?"/>
          <p:cNvSpPr txBox="1">
            <a:spLocks noGrp="1"/>
          </p:cNvSpPr>
          <p:nvPr>
            <p:ph type="body" idx="1"/>
          </p:nvPr>
        </p:nvSpPr>
        <p:spPr>
          <a:prstGeom prst="rect">
            <a:avLst/>
          </a:prstGeom>
        </p:spPr>
        <p:txBody>
          <a:bodyPr/>
          <a:lstStyle>
            <a:lvl1pPr marL="444499" indent="-444499">
              <a:defRPr sz="3600"/>
            </a:lvl1pPr>
          </a:lstStyle>
          <a:p>
            <a:r>
              <a:t>What are the pros and cons centralised ystem vs Individual System for managing resource?</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Discussion"/>
          <p:cNvSpPr txBox="1">
            <a:spLocks noGrp="1"/>
          </p:cNvSpPr>
          <p:nvPr>
            <p:ph type="title"/>
          </p:nvPr>
        </p:nvSpPr>
        <p:spPr>
          <a:prstGeom prst="rect">
            <a:avLst/>
          </a:prstGeom>
        </p:spPr>
        <p:txBody>
          <a:bodyPr/>
          <a:lstStyle/>
          <a:p>
            <a:r>
              <a:t>Discussion</a:t>
            </a:r>
          </a:p>
        </p:txBody>
      </p:sp>
      <p:sp>
        <p:nvSpPr>
          <p:cNvPr id="154" name="What parties will be involved in this system?"/>
          <p:cNvSpPr txBox="1">
            <a:spLocks noGrp="1"/>
          </p:cNvSpPr>
          <p:nvPr>
            <p:ph type="body" idx="1"/>
          </p:nvPr>
        </p:nvSpPr>
        <p:spPr>
          <a:prstGeom prst="rect">
            <a:avLst/>
          </a:prstGeom>
        </p:spPr>
        <p:txBody>
          <a:bodyPr/>
          <a:lstStyle>
            <a:lvl1pPr marL="444499" indent="-444499">
              <a:defRPr sz="3700"/>
            </a:lvl1pPr>
          </a:lstStyle>
          <a:p>
            <a:r>
              <a:t>What parties will be involved in this system?</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Discussion"/>
          <p:cNvSpPr txBox="1">
            <a:spLocks noGrp="1"/>
          </p:cNvSpPr>
          <p:nvPr>
            <p:ph type="title"/>
          </p:nvPr>
        </p:nvSpPr>
        <p:spPr>
          <a:prstGeom prst="rect">
            <a:avLst/>
          </a:prstGeom>
        </p:spPr>
        <p:txBody>
          <a:bodyPr/>
          <a:lstStyle/>
          <a:p>
            <a:r>
              <a:t>Discussion</a:t>
            </a:r>
          </a:p>
        </p:txBody>
      </p:sp>
      <p:sp>
        <p:nvSpPr>
          <p:cNvPr id="160" name="What process should can be handled through this system?"/>
          <p:cNvSpPr txBox="1">
            <a:spLocks noGrp="1"/>
          </p:cNvSpPr>
          <p:nvPr>
            <p:ph type="body" idx="1"/>
          </p:nvPr>
        </p:nvSpPr>
        <p:spPr>
          <a:prstGeom prst="rect">
            <a:avLst/>
          </a:prstGeom>
        </p:spPr>
        <p:txBody>
          <a:bodyPr/>
          <a:lstStyle>
            <a:lvl1pPr marL="444499" indent="-444499">
              <a:defRPr sz="3700"/>
            </a:lvl1pPr>
          </a:lstStyle>
          <a:p>
            <a:r>
              <a:t>What process should can be handled through this system?</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Discussion"/>
          <p:cNvSpPr txBox="1">
            <a:spLocks noGrp="1"/>
          </p:cNvSpPr>
          <p:nvPr>
            <p:ph type="title"/>
          </p:nvPr>
        </p:nvSpPr>
        <p:spPr>
          <a:prstGeom prst="rect">
            <a:avLst/>
          </a:prstGeom>
        </p:spPr>
        <p:txBody>
          <a:bodyPr/>
          <a:lstStyle/>
          <a:p>
            <a:r>
              <a:t>Discussion</a:t>
            </a:r>
          </a:p>
        </p:txBody>
      </p:sp>
      <p:sp>
        <p:nvSpPr>
          <p:cNvPr id="163" name="What Data will be handled in this system?"/>
          <p:cNvSpPr txBox="1">
            <a:spLocks noGrp="1"/>
          </p:cNvSpPr>
          <p:nvPr>
            <p:ph type="body" idx="1"/>
          </p:nvPr>
        </p:nvSpPr>
        <p:spPr>
          <a:prstGeom prst="rect">
            <a:avLst/>
          </a:prstGeom>
        </p:spPr>
        <p:txBody>
          <a:bodyPr/>
          <a:lstStyle>
            <a:lvl1pPr marL="444499" indent="-444499">
              <a:defRPr sz="3700"/>
            </a:lvl1pPr>
          </a:lstStyle>
          <a:p>
            <a:r>
              <a:t>What Data will be handled in this system?</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Discussion"/>
          <p:cNvSpPr txBox="1">
            <a:spLocks noGrp="1"/>
          </p:cNvSpPr>
          <p:nvPr>
            <p:ph type="title"/>
          </p:nvPr>
        </p:nvSpPr>
        <p:spPr>
          <a:prstGeom prst="rect">
            <a:avLst/>
          </a:prstGeom>
        </p:spPr>
        <p:txBody>
          <a:bodyPr/>
          <a:lstStyle/>
          <a:p>
            <a:r>
              <a:t>Discussion</a:t>
            </a:r>
          </a:p>
        </p:txBody>
      </p:sp>
      <p:sp>
        <p:nvSpPr>
          <p:cNvPr id="166" name="How’s the architectural design of the system?"/>
          <p:cNvSpPr txBox="1">
            <a:spLocks noGrp="1"/>
          </p:cNvSpPr>
          <p:nvPr>
            <p:ph type="body" idx="1"/>
          </p:nvPr>
        </p:nvSpPr>
        <p:spPr>
          <a:prstGeom prst="rect">
            <a:avLst/>
          </a:prstGeom>
        </p:spPr>
        <p:txBody>
          <a:bodyPr/>
          <a:lstStyle>
            <a:lvl1pPr marL="444499" indent="-444499">
              <a:defRPr sz="3700"/>
            </a:lvl1pPr>
          </a:lstStyle>
          <a:p>
            <a:r>
              <a:t>How’s the architectural design of the system?</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Project Requirement"/>
          <p:cNvSpPr txBox="1">
            <a:spLocks noGrp="1"/>
          </p:cNvSpPr>
          <p:nvPr>
            <p:ph type="title"/>
          </p:nvPr>
        </p:nvSpPr>
        <p:spPr>
          <a:prstGeom prst="rect">
            <a:avLst/>
          </a:prstGeom>
        </p:spPr>
        <p:txBody>
          <a:bodyPr/>
          <a:lstStyle/>
          <a:p>
            <a:r>
              <a:t>Project Requirement</a:t>
            </a:r>
          </a:p>
        </p:txBody>
      </p:sp>
      <p:sp>
        <p:nvSpPr>
          <p:cNvPr id="169" name="Develop a prototype for the proof of concept of the proposed system using Java EE / Jakarta EE technologies.…"/>
          <p:cNvSpPr txBox="1">
            <a:spLocks noGrp="1"/>
          </p:cNvSpPr>
          <p:nvPr>
            <p:ph type="body" idx="1"/>
          </p:nvPr>
        </p:nvSpPr>
        <p:spPr>
          <a:prstGeom prst="rect">
            <a:avLst/>
          </a:prstGeom>
        </p:spPr>
        <p:txBody>
          <a:bodyPr>
            <a:normAutofit/>
          </a:bodyPr>
          <a:lstStyle/>
          <a:p>
            <a:pPr marL="333374" indent="-333374" defTabSz="438150">
              <a:spcBef>
                <a:spcPts val="3100"/>
              </a:spcBef>
              <a:defRPr sz="2775"/>
            </a:pPr>
            <a:r>
              <a:rPr dirty="0"/>
              <a:t>Develop a prototype for the proof of concept of the proposed system using Java EE / Jakarta EE technologies. </a:t>
            </a:r>
          </a:p>
          <a:p>
            <a:pPr marL="333374" indent="-333374" defTabSz="438150">
              <a:spcBef>
                <a:spcPts val="3100"/>
              </a:spcBef>
              <a:defRPr sz="2775"/>
            </a:pPr>
            <a:r>
              <a:rPr dirty="0"/>
              <a:t>Contributes to 30% of the overall marks (50% of EA marks)</a:t>
            </a:r>
            <a:endParaRPr lang="en-US" dirty="0"/>
          </a:p>
          <a:p>
            <a:pPr marL="333374" indent="-333374" defTabSz="438150">
              <a:spcBef>
                <a:spcPts val="3100"/>
              </a:spcBef>
              <a:defRPr sz="2775"/>
            </a:pPr>
            <a:r>
              <a:rPr dirty="0"/>
              <a:t>Group size: 2 people</a:t>
            </a:r>
          </a:p>
          <a:p>
            <a:pPr marL="333374" indent="-333374" defTabSz="438150">
              <a:spcBef>
                <a:spcPts val="3100"/>
              </a:spcBef>
              <a:defRPr sz="2775"/>
            </a:pPr>
            <a:r>
              <a:rPr dirty="0"/>
              <a:t>Deliverables</a:t>
            </a:r>
            <a:endParaRPr lang="en-US" dirty="0"/>
          </a:p>
          <a:p>
            <a:pPr marL="666750" lvl="1" indent="-333375" defTabSz="438150">
              <a:spcBef>
                <a:spcPts val="3100"/>
              </a:spcBef>
              <a:defRPr sz="2775"/>
            </a:pPr>
            <a:r>
              <a:rPr lang="en-GB" dirty="0"/>
              <a:t>Source code + demonstration</a:t>
            </a:r>
          </a:p>
          <a:p>
            <a:pPr marL="666750" lvl="1" indent="-333375" defTabSz="438150">
              <a:spcBef>
                <a:spcPts val="3100"/>
              </a:spcBef>
              <a:defRPr sz="2775"/>
            </a:pPr>
            <a:r>
              <a:rPr lang="en-GB" dirty="0"/>
              <a:t>Report</a:t>
            </a:r>
            <a:endParaRPr lang="en-US" dirty="0"/>
          </a:p>
          <a:p>
            <a:pPr marL="333374" indent="-333374" defTabSz="438150">
              <a:spcBef>
                <a:spcPts val="3100"/>
              </a:spcBef>
              <a:defRPr sz="2775"/>
            </a:pPr>
            <a:r>
              <a:rPr lang="en-GB" dirty="0"/>
              <a:t>Deadline: 22~29 Apr, 2024 (Present) &amp; 29 Apr 2024 (Submission of Materials)</a:t>
            </a:r>
            <a:endParaRPr dirty="0"/>
          </a:p>
          <a:p>
            <a:pPr marL="666750" lvl="1" indent="-333375" defTabSz="438150">
              <a:spcBef>
                <a:spcPts val="3100"/>
              </a:spcBef>
              <a:defRPr sz="2775"/>
            </a:pPr>
            <a:endParaRPr lang="en-GB" dirty="0"/>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584200" rtl="0" fontAlgn="auto" latinLnBrk="0" hangingPunct="0">
          <a:lnSpc>
            <a:spcPct val="100000"/>
          </a:lnSpc>
          <a:spcBef>
            <a:spcPts val="4200"/>
          </a:spcBef>
          <a:spcAft>
            <a:spcPts val="0"/>
          </a:spcAft>
          <a:buClrTx/>
          <a:buSzTx/>
          <a:buFontTx/>
          <a:buNone/>
          <a:tabLst/>
          <a:defRPr kumimoji="0" sz="3200" b="0"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584200" rtl="0" fontAlgn="auto" latinLnBrk="0" hangingPunct="0">
          <a:lnSpc>
            <a:spcPct val="100000"/>
          </a:lnSpc>
          <a:spcBef>
            <a:spcPts val="4200"/>
          </a:spcBef>
          <a:spcAft>
            <a:spcPts val="0"/>
          </a:spcAft>
          <a:buClrTx/>
          <a:buSzTx/>
          <a:buFontTx/>
          <a:buNone/>
          <a:tabLst/>
          <a:defRPr kumimoji="0" sz="3200" b="0"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TotalTime>
  <Words>259</Words>
  <Application>Microsoft Macintosh PowerPoint</Application>
  <PresentationFormat>Custom</PresentationFormat>
  <Paragraphs>30</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Helvetica Light</vt:lpstr>
      <vt:lpstr>Helvetica Neue</vt:lpstr>
      <vt:lpstr>Helvetica Neue Light</vt:lpstr>
      <vt:lpstr>Helvetica Neue Medium</vt:lpstr>
      <vt:lpstr>Helvetica Neue Thin</vt:lpstr>
      <vt:lpstr>White</vt:lpstr>
      <vt:lpstr>EA Project</vt:lpstr>
      <vt:lpstr>Background</vt:lpstr>
      <vt:lpstr>Driving Question</vt:lpstr>
      <vt:lpstr>Example</vt:lpstr>
      <vt:lpstr>Discussion</vt:lpstr>
      <vt:lpstr>Discussion</vt:lpstr>
      <vt:lpstr>Discussion</vt:lpstr>
      <vt:lpstr>Discussion</vt:lpstr>
      <vt:lpstr>Discussion</vt:lpstr>
      <vt:lpstr>Project Requirement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 Project</dc:title>
  <cp:lastModifiedBy>Kwok, Yu Ho (Postgraduate Researcher)</cp:lastModifiedBy>
  <cp:revision>3</cp:revision>
  <dcterms:modified xsi:type="dcterms:W3CDTF">2024-02-22T17:10:04Z</dcterms:modified>
</cp:coreProperties>
</file>